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A6FA70-2E83-47A6-8552-4F08698AE223}" type="doc">
      <dgm:prSet loTypeId="urn:microsoft.com/office/officeart/2016/7/layout/HorizontalActionList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C804073-46C4-49AA-832B-6F6BAFC3AF27}">
      <dgm:prSet/>
      <dgm:spPr/>
      <dgm:t>
        <a:bodyPr/>
        <a:lstStyle/>
        <a:p>
          <a:r>
            <a:rPr lang="de-DE"/>
            <a:t>Fidan</a:t>
          </a:r>
          <a:endParaRPr lang="en-US"/>
        </a:p>
      </dgm:t>
    </dgm:pt>
    <dgm:pt modelId="{FBABE727-20E0-405A-84E4-5F420EE4DB11}" type="parTrans" cxnId="{BDBB3153-E881-4816-AE2F-98D4C22B537F}">
      <dgm:prSet/>
      <dgm:spPr/>
      <dgm:t>
        <a:bodyPr/>
        <a:lstStyle/>
        <a:p>
          <a:endParaRPr lang="en-US"/>
        </a:p>
      </dgm:t>
    </dgm:pt>
    <dgm:pt modelId="{8D32D967-5B24-4538-ABEF-2A47870C84B3}" type="sibTrans" cxnId="{BDBB3153-E881-4816-AE2F-98D4C22B537F}">
      <dgm:prSet/>
      <dgm:spPr/>
      <dgm:t>
        <a:bodyPr/>
        <a:lstStyle/>
        <a:p>
          <a:endParaRPr lang="en-US"/>
        </a:p>
      </dgm:t>
    </dgm:pt>
    <dgm:pt modelId="{C7A84E43-A0D6-4DE3-9B04-20EE0415A5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/>
            <a:t>Entwicklung der Product-Klasse</a:t>
          </a:r>
          <a:endParaRPr lang="en-US"/>
        </a:p>
      </dgm:t>
    </dgm:pt>
    <dgm:pt modelId="{338F88E4-81A4-4746-A5A2-8F6BD8E42965}" type="parTrans" cxnId="{D2354DF1-4D13-43C7-9269-A2CAF659CDAD}">
      <dgm:prSet/>
      <dgm:spPr/>
      <dgm:t>
        <a:bodyPr/>
        <a:lstStyle/>
        <a:p>
          <a:endParaRPr lang="en-US"/>
        </a:p>
      </dgm:t>
    </dgm:pt>
    <dgm:pt modelId="{A16E7709-D8F2-4F96-A4F5-168D6325F447}" type="sibTrans" cxnId="{D2354DF1-4D13-43C7-9269-A2CAF659CDAD}">
      <dgm:prSet/>
      <dgm:spPr/>
      <dgm:t>
        <a:bodyPr/>
        <a:lstStyle/>
        <a:p>
          <a:endParaRPr lang="en-US"/>
        </a:p>
      </dgm:t>
    </dgm:pt>
    <dgm:pt modelId="{E08F5CCF-C572-4739-86E9-AA81E3436C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/>
            <a:t>Mitarbeit an </a:t>
          </a:r>
          <a:r>
            <a:rPr lang="de-DE" err="1"/>
            <a:t>VendingMachine</a:t>
          </a:r>
          <a:endParaRPr lang="en-US"/>
        </a:p>
      </dgm:t>
    </dgm:pt>
    <dgm:pt modelId="{AF11A473-C94A-48C9-9301-E19B802AF74F}" type="parTrans" cxnId="{0AC50A83-5AF6-4C9C-A878-B70A0401082D}">
      <dgm:prSet/>
      <dgm:spPr/>
      <dgm:t>
        <a:bodyPr/>
        <a:lstStyle/>
        <a:p>
          <a:endParaRPr lang="en-US"/>
        </a:p>
      </dgm:t>
    </dgm:pt>
    <dgm:pt modelId="{DF54C1E6-5BC3-439E-8CCE-A57AE390D220}" type="sibTrans" cxnId="{0AC50A83-5AF6-4C9C-A878-B70A0401082D}">
      <dgm:prSet/>
      <dgm:spPr/>
      <dgm:t>
        <a:bodyPr/>
        <a:lstStyle/>
        <a:p>
          <a:endParaRPr lang="en-US"/>
        </a:p>
      </dgm:t>
    </dgm:pt>
    <dgm:pt modelId="{0671FB04-7DD1-4026-B8CA-378993B5582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/>
            <a:t>Unterstützung bei Präsentation (PPT) und Dokumentation</a:t>
          </a:r>
          <a:endParaRPr lang="en-US"/>
        </a:p>
      </dgm:t>
    </dgm:pt>
    <dgm:pt modelId="{630A2851-D7AF-4153-823A-1ECA43FFCBCD}" type="parTrans" cxnId="{7E2E9E59-400D-4C75-A8A7-DD2E626F6A69}">
      <dgm:prSet/>
      <dgm:spPr/>
      <dgm:t>
        <a:bodyPr/>
        <a:lstStyle/>
        <a:p>
          <a:endParaRPr lang="en-US"/>
        </a:p>
      </dgm:t>
    </dgm:pt>
    <dgm:pt modelId="{07C6D127-943D-4C27-BB47-985BD4CD3996}" type="sibTrans" cxnId="{7E2E9E59-400D-4C75-A8A7-DD2E626F6A69}">
      <dgm:prSet/>
      <dgm:spPr/>
      <dgm:t>
        <a:bodyPr/>
        <a:lstStyle/>
        <a:p>
          <a:endParaRPr lang="en-US"/>
        </a:p>
      </dgm:t>
    </dgm:pt>
    <dgm:pt modelId="{5BA34E07-7610-4381-82B8-385C01201158}">
      <dgm:prSet/>
      <dgm:spPr/>
      <dgm:t>
        <a:bodyPr/>
        <a:lstStyle/>
        <a:p>
          <a:r>
            <a:rPr lang="de-DE"/>
            <a:t>Kaylee</a:t>
          </a:r>
          <a:endParaRPr lang="en-US"/>
        </a:p>
      </dgm:t>
    </dgm:pt>
    <dgm:pt modelId="{94E782B1-7043-4707-95E0-68E00E8CB5C7}" type="parTrans" cxnId="{B05B4527-4135-4A77-B33E-B5512138152B}">
      <dgm:prSet/>
      <dgm:spPr/>
      <dgm:t>
        <a:bodyPr/>
        <a:lstStyle/>
        <a:p>
          <a:endParaRPr lang="en-US"/>
        </a:p>
      </dgm:t>
    </dgm:pt>
    <dgm:pt modelId="{8B636DC7-9446-4E3E-8166-A06D121BD786}" type="sibTrans" cxnId="{B05B4527-4135-4A77-B33E-B5512138152B}">
      <dgm:prSet/>
      <dgm:spPr/>
      <dgm:t>
        <a:bodyPr/>
        <a:lstStyle/>
        <a:p>
          <a:endParaRPr lang="en-US"/>
        </a:p>
      </dgm:t>
    </dgm:pt>
    <dgm:pt modelId="{3FCB08AE-A98F-4521-B0B5-B74F817BE5F2}">
      <dgm:prSet/>
      <dgm:spPr/>
      <dgm:t>
        <a:bodyPr/>
        <a:lstStyle/>
        <a:p>
          <a:r>
            <a:rPr lang="de-DE" dirty="0"/>
            <a:t>Entwicklung der Simulation-Klasse (UI / Ablauf)</a:t>
          </a:r>
        </a:p>
        <a:p>
          <a:r>
            <a:rPr lang="en-US" dirty="0"/>
            <a:t>bugfixes</a:t>
          </a:r>
        </a:p>
      </dgm:t>
    </dgm:pt>
    <dgm:pt modelId="{CD024D5D-A8E9-4624-9892-618D5DECFD2E}" type="parTrans" cxnId="{14267454-AA2E-4709-AA3E-BBEEEB87254E}">
      <dgm:prSet/>
      <dgm:spPr/>
      <dgm:t>
        <a:bodyPr/>
        <a:lstStyle/>
        <a:p>
          <a:endParaRPr lang="en-US"/>
        </a:p>
      </dgm:t>
    </dgm:pt>
    <dgm:pt modelId="{9599DC91-3C7B-4D9B-9911-C7C91450E28A}" type="sibTrans" cxnId="{14267454-AA2E-4709-AA3E-BBEEEB87254E}">
      <dgm:prSet/>
      <dgm:spPr/>
      <dgm:t>
        <a:bodyPr/>
        <a:lstStyle/>
        <a:p>
          <a:endParaRPr lang="en-US"/>
        </a:p>
      </dgm:t>
    </dgm:pt>
    <dgm:pt modelId="{35F361DD-313C-4A1B-8F6B-C8C062DA5486}">
      <dgm:prSet/>
      <dgm:spPr/>
      <dgm:t>
        <a:bodyPr/>
        <a:lstStyle/>
        <a:p>
          <a:r>
            <a:rPr lang="de-DE"/>
            <a:t>Erstellung der Präsentation (PPT)</a:t>
          </a:r>
          <a:endParaRPr lang="en-US"/>
        </a:p>
      </dgm:t>
    </dgm:pt>
    <dgm:pt modelId="{39CAAC9D-F2C0-4ACF-B984-EFA1B11F0BBE}" type="parTrans" cxnId="{D97DBF0C-F747-4361-84B1-C95A8199F054}">
      <dgm:prSet/>
      <dgm:spPr/>
      <dgm:t>
        <a:bodyPr/>
        <a:lstStyle/>
        <a:p>
          <a:endParaRPr lang="en-US"/>
        </a:p>
      </dgm:t>
    </dgm:pt>
    <dgm:pt modelId="{AE5312C3-606E-432E-AFC6-5D79A577D397}" type="sibTrans" cxnId="{D97DBF0C-F747-4361-84B1-C95A8199F054}">
      <dgm:prSet/>
      <dgm:spPr/>
      <dgm:t>
        <a:bodyPr/>
        <a:lstStyle/>
        <a:p>
          <a:endParaRPr lang="en-US"/>
        </a:p>
      </dgm:t>
    </dgm:pt>
    <dgm:pt modelId="{29343F4A-64FE-49EB-B2AB-7986F8297333}">
      <dgm:prSet/>
      <dgm:spPr/>
      <dgm:t>
        <a:bodyPr/>
        <a:lstStyle/>
        <a:p>
          <a:r>
            <a:rPr lang="de-DE"/>
            <a:t>Dario</a:t>
          </a:r>
          <a:endParaRPr lang="en-US"/>
        </a:p>
      </dgm:t>
    </dgm:pt>
    <dgm:pt modelId="{67CB407F-3919-46C2-8925-6E16F1E8DCBA}" type="parTrans" cxnId="{EBC7727E-D47E-4D39-A361-B3EAC4CFF767}">
      <dgm:prSet/>
      <dgm:spPr/>
      <dgm:t>
        <a:bodyPr/>
        <a:lstStyle/>
        <a:p>
          <a:endParaRPr lang="en-US"/>
        </a:p>
      </dgm:t>
    </dgm:pt>
    <dgm:pt modelId="{9BAF9394-60B8-4761-B3A9-A5892458AD20}" type="sibTrans" cxnId="{EBC7727E-D47E-4D39-A361-B3EAC4CFF767}">
      <dgm:prSet/>
      <dgm:spPr/>
      <dgm:t>
        <a:bodyPr/>
        <a:lstStyle/>
        <a:p>
          <a:endParaRPr lang="en-US"/>
        </a:p>
      </dgm:t>
    </dgm:pt>
    <dgm:pt modelId="{AA4574AD-4874-4DAA-B465-1CE0E08C5BB6}">
      <dgm:prSet/>
      <dgm:spPr/>
      <dgm:t>
        <a:bodyPr/>
        <a:lstStyle/>
        <a:p>
          <a:r>
            <a:rPr lang="de-DE"/>
            <a:t>Entwicklung der VendingMachine (Core-Logik)</a:t>
          </a:r>
          <a:endParaRPr lang="en-US"/>
        </a:p>
      </dgm:t>
    </dgm:pt>
    <dgm:pt modelId="{3D4523C3-A4E6-4EB5-A107-038BE916566C}" type="parTrans" cxnId="{191A954D-45C6-4BE4-A2AB-B6F1E86348D2}">
      <dgm:prSet/>
      <dgm:spPr/>
      <dgm:t>
        <a:bodyPr/>
        <a:lstStyle/>
        <a:p>
          <a:endParaRPr lang="en-US"/>
        </a:p>
      </dgm:t>
    </dgm:pt>
    <dgm:pt modelId="{9D612089-8FCF-4150-97CD-500C69A978F6}" type="sibTrans" cxnId="{191A954D-45C6-4BE4-A2AB-B6F1E86348D2}">
      <dgm:prSet/>
      <dgm:spPr/>
      <dgm:t>
        <a:bodyPr/>
        <a:lstStyle/>
        <a:p>
          <a:endParaRPr lang="en-US"/>
        </a:p>
      </dgm:t>
    </dgm:pt>
    <dgm:pt modelId="{2DD48F70-BFA7-4C00-8012-FD53C93FA285}">
      <dgm:prSet/>
      <dgm:spPr/>
      <dgm:t>
        <a:bodyPr/>
        <a:lstStyle/>
        <a:p>
          <a:r>
            <a:rPr lang="de-DE"/>
            <a:t>Erstellung der Dokumentation</a:t>
          </a:r>
          <a:endParaRPr lang="en-US"/>
        </a:p>
      </dgm:t>
    </dgm:pt>
    <dgm:pt modelId="{FC672D70-3F6F-43CA-8BC1-9186C3A208E3}" type="parTrans" cxnId="{AD3444FD-F6DD-499D-B6D6-A4C57C57CF78}">
      <dgm:prSet/>
      <dgm:spPr/>
      <dgm:t>
        <a:bodyPr/>
        <a:lstStyle/>
        <a:p>
          <a:endParaRPr lang="en-US"/>
        </a:p>
      </dgm:t>
    </dgm:pt>
    <dgm:pt modelId="{16C57274-787C-4ECF-BD98-9E5F536831FB}" type="sibTrans" cxnId="{AD3444FD-F6DD-499D-B6D6-A4C57C57CF78}">
      <dgm:prSet/>
      <dgm:spPr/>
      <dgm:t>
        <a:bodyPr/>
        <a:lstStyle/>
        <a:p>
          <a:endParaRPr lang="en-US"/>
        </a:p>
      </dgm:t>
    </dgm:pt>
    <dgm:pt modelId="{901264F9-2D80-473B-ACF2-8AB5FAD2FB66}" type="pres">
      <dgm:prSet presAssocID="{3CA6FA70-2E83-47A6-8552-4F08698AE223}" presName="Name0" presStyleCnt="0">
        <dgm:presLayoutVars>
          <dgm:dir/>
          <dgm:animLvl val="lvl"/>
          <dgm:resizeHandles val="exact"/>
        </dgm:presLayoutVars>
      </dgm:prSet>
      <dgm:spPr/>
    </dgm:pt>
    <dgm:pt modelId="{B7E8E838-92A2-403F-BC41-F8DCAD7EFE0C}" type="pres">
      <dgm:prSet presAssocID="{EC804073-46C4-49AA-832B-6F6BAFC3AF27}" presName="composite" presStyleCnt="0"/>
      <dgm:spPr/>
    </dgm:pt>
    <dgm:pt modelId="{F4F0E2DC-5103-441A-94AE-836D8D212D42}" type="pres">
      <dgm:prSet presAssocID="{EC804073-46C4-49AA-832B-6F6BAFC3AF27}" presName="parTx" presStyleLbl="alignNode1" presStyleIdx="0" presStyleCnt="3">
        <dgm:presLayoutVars>
          <dgm:chMax val="0"/>
          <dgm:chPref val="0"/>
        </dgm:presLayoutVars>
      </dgm:prSet>
      <dgm:spPr/>
    </dgm:pt>
    <dgm:pt modelId="{2DEC0064-7355-436A-9309-D8797DE89C8A}" type="pres">
      <dgm:prSet presAssocID="{EC804073-46C4-49AA-832B-6F6BAFC3AF27}" presName="desTx" presStyleLbl="alignAccFollowNode1" presStyleIdx="0" presStyleCnt="3">
        <dgm:presLayoutVars/>
      </dgm:prSet>
      <dgm:spPr/>
    </dgm:pt>
    <dgm:pt modelId="{9EA72825-DB60-4296-99A1-6804CFD28879}" type="pres">
      <dgm:prSet presAssocID="{8D32D967-5B24-4538-ABEF-2A47870C84B3}" presName="space" presStyleCnt="0"/>
      <dgm:spPr/>
    </dgm:pt>
    <dgm:pt modelId="{CD9D0D2C-059E-468F-A6CE-CBC6A22B4054}" type="pres">
      <dgm:prSet presAssocID="{5BA34E07-7610-4381-82B8-385C01201158}" presName="composite" presStyleCnt="0"/>
      <dgm:spPr/>
    </dgm:pt>
    <dgm:pt modelId="{12AF599A-CBA5-4D91-9D3C-108070432EBB}" type="pres">
      <dgm:prSet presAssocID="{5BA34E07-7610-4381-82B8-385C01201158}" presName="parTx" presStyleLbl="alignNode1" presStyleIdx="1" presStyleCnt="3">
        <dgm:presLayoutVars>
          <dgm:chMax val="0"/>
          <dgm:chPref val="0"/>
        </dgm:presLayoutVars>
      </dgm:prSet>
      <dgm:spPr/>
    </dgm:pt>
    <dgm:pt modelId="{4286A62B-83F9-42D9-A714-D57EAA309471}" type="pres">
      <dgm:prSet presAssocID="{5BA34E07-7610-4381-82B8-385C01201158}" presName="desTx" presStyleLbl="alignAccFollowNode1" presStyleIdx="1" presStyleCnt="3">
        <dgm:presLayoutVars/>
      </dgm:prSet>
      <dgm:spPr/>
    </dgm:pt>
    <dgm:pt modelId="{3F52D25A-CB9F-47A6-BB83-0F25272146FF}" type="pres">
      <dgm:prSet presAssocID="{8B636DC7-9446-4E3E-8166-A06D121BD786}" presName="space" presStyleCnt="0"/>
      <dgm:spPr/>
    </dgm:pt>
    <dgm:pt modelId="{3C92592E-333F-44C3-AA79-7113DF3D6906}" type="pres">
      <dgm:prSet presAssocID="{29343F4A-64FE-49EB-B2AB-7986F8297333}" presName="composite" presStyleCnt="0"/>
      <dgm:spPr/>
    </dgm:pt>
    <dgm:pt modelId="{B2D0B40A-3DEB-4A33-B626-7BBAB7F85FE7}" type="pres">
      <dgm:prSet presAssocID="{29343F4A-64FE-49EB-B2AB-7986F8297333}" presName="parTx" presStyleLbl="alignNode1" presStyleIdx="2" presStyleCnt="3">
        <dgm:presLayoutVars>
          <dgm:chMax val="0"/>
          <dgm:chPref val="0"/>
        </dgm:presLayoutVars>
      </dgm:prSet>
      <dgm:spPr/>
    </dgm:pt>
    <dgm:pt modelId="{8D942794-D3B8-45A9-9DE5-04A2DF80C212}" type="pres">
      <dgm:prSet presAssocID="{29343F4A-64FE-49EB-B2AB-7986F8297333}" presName="desTx" presStyleLbl="alignAccFollowNode1" presStyleIdx="2" presStyleCnt="3">
        <dgm:presLayoutVars/>
      </dgm:prSet>
      <dgm:spPr/>
    </dgm:pt>
  </dgm:ptLst>
  <dgm:cxnLst>
    <dgm:cxn modelId="{EEB0820B-DEC9-45FC-815C-3E410FF24EBC}" type="presOf" srcId="{35F361DD-313C-4A1B-8F6B-C8C062DA5486}" destId="{4286A62B-83F9-42D9-A714-D57EAA309471}" srcOrd="0" destOrd="1" presId="urn:microsoft.com/office/officeart/2016/7/layout/HorizontalActionList"/>
    <dgm:cxn modelId="{D97DBF0C-F747-4361-84B1-C95A8199F054}" srcId="{5BA34E07-7610-4381-82B8-385C01201158}" destId="{35F361DD-313C-4A1B-8F6B-C8C062DA5486}" srcOrd="1" destOrd="0" parTransId="{39CAAC9D-F2C0-4ACF-B984-EFA1B11F0BBE}" sibTransId="{AE5312C3-606E-432E-AFC6-5D79A577D397}"/>
    <dgm:cxn modelId="{25050A14-A14D-48E0-9586-781C4B05F059}" type="presOf" srcId="{3CA6FA70-2E83-47A6-8552-4F08698AE223}" destId="{901264F9-2D80-473B-ACF2-8AB5FAD2FB66}" srcOrd="0" destOrd="0" presId="urn:microsoft.com/office/officeart/2016/7/layout/HorizontalActionList"/>
    <dgm:cxn modelId="{FA6A0215-EBF1-4CAC-91DB-987B903F70F2}" type="presOf" srcId="{EC804073-46C4-49AA-832B-6F6BAFC3AF27}" destId="{F4F0E2DC-5103-441A-94AE-836D8D212D42}" srcOrd="0" destOrd="0" presId="urn:microsoft.com/office/officeart/2016/7/layout/HorizontalActionList"/>
    <dgm:cxn modelId="{B05B4527-4135-4A77-B33E-B5512138152B}" srcId="{3CA6FA70-2E83-47A6-8552-4F08698AE223}" destId="{5BA34E07-7610-4381-82B8-385C01201158}" srcOrd="1" destOrd="0" parTransId="{94E782B1-7043-4707-95E0-68E00E8CB5C7}" sibTransId="{8B636DC7-9446-4E3E-8166-A06D121BD786}"/>
    <dgm:cxn modelId="{191A954D-45C6-4BE4-A2AB-B6F1E86348D2}" srcId="{29343F4A-64FE-49EB-B2AB-7986F8297333}" destId="{AA4574AD-4874-4DAA-B465-1CE0E08C5BB6}" srcOrd="0" destOrd="0" parTransId="{3D4523C3-A4E6-4EB5-A107-038BE916566C}" sibTransId="{9D612089-8FCF-4150-97CD-500C69A978F6}"/>
    <dgm:cxn modelId="{BDBB3153-E881-4816-AE2F-98D4C22B537F}" srcId="{3CA6FA70-2E83-47A6-8552-4F08698AE223}" destId="{EC804073-46C4-49AA-832B-6F6BAFC3AF27}" srcOrd="0" destOrd="0" parTransId="{FBABE727-20E0-405A-84E4-5F420EE4DB11}" sibTransId="{8D32D967-5B24-4538-ABEF-2A47870C84B3}"/>
    <dgm:cxn modelId="{14267454-AA2E-4709-AA3E-BBEEEB87254E}" srcId="{5BA34E07-7610-4381-82B8-385C01201158}" destId="{3FCB08AE-A98F-4521-B0B5-B74F817BE5F2}" srcOrd="0" destOrd="0" parTransId="{CD024D5D-A8E9-4624-9892-618D5DECFD2E}" sibTransId="{9599DC91-3C7B-4D9B-9911-C7C91450E28A}"/>
    <dgm:cxn modelId="{7E2E9E59-400D-4C75-A8A7-DD2E626F6A69}" srcId="{EC804073-46C4-49AA-832B-6F6BAFC3AF27}" destId="{0671FB04-7DD1-4026-B8CA-378993B5582A}" srcOrd="2" destOrd="0" parTransId="{630A2851-D7AF-4153-823A-1ECA43FFCBCD}" sibTransId="{07C6D127-943D-4C27-BB47-985BD4CD3996}"/>
    <dgm:cxn modelId="{EBC7727E-D47E-4D39-A361-B3EAC4CFF767}" srcId="{3CA6FA70-2E83-47A6-8552-4F08698AE223}" destId="{29343F4A-64FE-49EB-B2AB-7986F8297333}" srcOrd="2" destOrd="0" parTransId="{67CB407F-3919-46C2-8925-6E16F1E8DCBA}" sibTransId="{9BAF9394-60B8-4761-B3A9-A5892458AD20}"/>
    <dgm:cxn modelId="{0AC50A83-5AF6-4C9C-A878-B70A0401082D}" srcId="{EC804073-46C4-49AA-832B-6F6BAFC3AF27}" destId="{E08F5CCF-C572-4739-86E9-AA81E3436C23}" srcOrd="1" destOrd="0" parTransId="{AF11A473-C94A-48C9-9301-E19B802AF74F}" sibTransId="{DF54C1E6-5BC3-439E-8CCE-A57AE390D220}"/>
    <dgm:cxn modelId="{5AECF28A-C98A-4774-8675-5EEB30F5A308}" type="presOf" srcId="{29343F4A-64FE-49EB-B2AB-7986F8297333}" destId="{B2D0B40A-3DEB-4A33-B626-7BBAB7F85FE7}" srcOrd="0" destOrd="0" presId="urn:microsoft.com/office/officeart/2016/7/layout/HorizontalActionList"/>
    <dgm:cxn modelId="{584FC4A2-2B91-4528-927C-6197C3399C27}" type="presOf" srcId="{5BA34E07-7610-4381-82B8-385C01201158}" destId="{12AF599A-CBA5-4D91-9D3C-108070432EBB}" srcOrd="0" destOrd="0" presId="urn:microsoft.com/office/officeart/2016/7/layout/HorizontalActionList"/>
    <dgm:cxn modelId="{F4CF21A5-F2D5-478C-A749-1653320FD2B7}" type="presOf" srcId="{0671FB04-7DD1-4026-B8CA-378993B5582A}" destId="{2DEC0064-7355-436A-9309-D8797DE89C8A}" srcOrd="0" destOrd="2" presId="urn:microsoft.com/office/officeart/2016/7/layout/HorizontalActionList"/>
    <dgm:cxn modelId="{3A84C2AC-0EED-4B8E-A6E2-233DEBCBB099}" type="presOf" srcId="{C7A84E43-A0D6-4DE3-9B04-20EE0415A5FB}" destId="{2DEC0064-7355-436A-9309-D8797DE89C8A}" srcOrd="0" destOrd="0" presId="urn:microsoft.com/office/officeart/2016/7/layout/HorizontalActionList"/>
    <dgm:cxn modelId="{EBC3D0CA-ADFE-460B-BD16-14B102431C7A}" type="presOf" srcId="{E08F5CCF-C572-4739-86E9-AA81E3436C23}" destId="{2DEC0064-7355-436A-9309-D8797DE89C8A}" srcOrd="0" destOrd="1" presId="urn:microsoft.com/office/officeart/2016/7/layout/HorizontalActionList"/>
    <dgm:cxn modelId="{69D8F7DC-B430-4E39-93BE-68DF79F834F7}" type="presOf" srcId="{2DD48F70-BFA7-4C00-8012-FD53C93FA285}" destId="{8D942794-D3B8-45A9-9DE5-04A2DF80C212}" srcOrd="0" destOrd="1" presId="urn:microsoft.com/office/officeart/2016/7/layout/HorizontalActionList"/>
    <dgm:cxn modelId="{63CBC8E5-87E4-450B-A670-098F9A9A2049}" type="presOf" srcId="{AA4574AD-4874-4DAA-B465-1CE0E08C5BB6}" destId="{8D942794-D3B8-45A9-9DE5-04A2DF80C212}" srcOrd="0" destOrd="0" presId="urn:microsoft.com/office/officeart/2016/7/layout/HorizontalActionList"/>
    <dgm:cxn modelId="{DF1D4CEC-6A5B-4BA6-A1ED-9CD6B98354FA}" type="presOf" srcId="{3FCB08AE-A98F-4521-B0B5-B74F817BE5F2}" destId="{4286A62B-83F9-42D9-A714-D57EAA309471}" srcOrd="0" destOrd="0" presId="urn:microsoft.com/office/officeart/2016/7/layout/HorizontalActionList"/>
    <dgm:cxn modelId="{D2354DF1-4D13-43C7-9269-A2CAF659CDAD}" srcId="{EC804073-46C4-49AA-832B-6F6BAFC3AF27}" destId="{C7A84E43-A0D6-4DE3-9B04-20EE0415A5FB}" srcOrd="0" destOrd="0" parTransId="{338F88E4-81A4-4746-A5A2-8F6BD8E42965}" sibTransId="{A16E7709-D8F2-4F96-A4F5-168D6325F447}"/>
    <dgm:cxn modelId="{AD3444FD-F6DD-499D-B6D6-A4C57C57CF78}" srcId="{29343F4A-64FE-49EB-B2AB-7986F8297333}" destId="{2DD48F70-BFA7-4C00-8012-FD53C93FA285}" srcOrd="1" destOrd="0" parTransId="{FC672D70-3F6F-43CA-8BC1-9186C3A208E3}" sibTransId="{16C57274-787C-4ECF-BD98-9E5F536831FB}"/>
    <dgm:cxn modelId="{619C45E1-2181-4F19-BB3C-2E4AC6D19D78}" type="presParOf" srcId="{901264F9-2D80-473B-ACF2-8AB5FAD2FB66}" destId="{B7E8E838-92A2-403F-BC41-F8DCAD7EFE0C}" srcOrd="0" destOrd="0" presId="urn:microsoft.com/office/officeart/2016/7/layout/HorizontalActionList"/>
    <dgm:cxn modelId="{A2FF7215-6662-4A4F-928B-8944504A1E7D}" type="presParOf" srcId="{B7E8E838-92A2-403F-BC41-F8DCAD7EFE0C}" destId="{F4F0E2DC-5103-441A-94AE-836D8D212D42}" srcOrd="0" destOrd="0" presId="urn:microsoft.com/office/officeart/2016/7/layout/HorizontalActionList"/>
    <dgm:cxn modelId="{84879AD9-3780-40E3-A477-32925B7807B8}" type="presParOf" srcId="{B7E8E838-92A2-403F-BC41-F8DCAD7EFE0C}" destId="{2DEC0064-7355-436A-9309-D8797DE89C8A}" srcOrd="1" destOrd="0" presId="urn:microsoft.com/office/officeart/2016/7/layout/HorizontalActionList"/>
    <dgm:cxn modelId="{363ED96E-8262-4679-8024-D9C1D67F7EC8}" type="presParOf" srcId="{901264F9-2D80-473B-ACF2-8AB5FAD2FB66}" destId="{9EA72825-DB60-4296-99A1-6804CFD28879}" srcOrd="1" destOrd="0" presId="urn:microsoft.com/office/officeart/2016/7/layout/HorizontalActionList"/>
    <dgm:cxn modelId="{FF83DBBF-3CCF-4BA9-87D3-B846C1172976}" type="presParOf" srcId="{901264F9-2D80-473B-ACF2-8AB5FAD2FB66}" destId="{CD9D0D2C-059E-468F-A6CE-CBC6A22B4054}" srcOrd="2" destOrd="0" presId="urn:microsoft.com/office/officeart/2016/7/layout/HorizontalActionList"/>
    <dgm:cxn modelId="{23A9A8D4-4178-4C57-A38B-48DB01D0D70F}" type="presParOf" srcId="{CD9D0D2C-059E-468F-A6CE-CBC6A22B4054}" destId="{12AF599A-CBA5-4D91-9D3C-108070432EBB}" srcOrd="0" destOrd="0" presId="urn:microsoft.com/office/officeart/2016/7/layout/HorizontalActionList"/>
    <dgm:cxn modelId="{5566507F-F9E1-4349-81A2-03F763F9B8C9}" type="presParOf" srcId="{CD9D0D2C-059E-468F-A6CE-CBC6A22B4054}" destId="{4286A62B-83F9-42D9-A714-D57EAA309471}" srcOrd="1" destOrd="0" presId="urn:microsoft.com/office/officeart/2016/7/layout/HorizontalActionList"/>
    <dgm:cxn modelId="{B44EA5B8-23A2-4B46-8E91-6F20EC99ED94}" type="presParOf" srcId="{901264F9-2D80-473B-ACF2-8AB5FAD2FB66}" destId="{3F52D25A-CB9F-47A6-BB83-0F25272146FF}" srcOrd="3" destOrd="0" presId="urn:microsoft.com/office/officeart/2016/7/layout/HorizontalActionList"/>
    <dgm:cxn modelId="{48AE2BA3-EAD2-49D4-A151-9F4C0EB935C2}" type="presParOf" srcId="{901264F9-2D80-473B-ACF2-8AB5FAD2FB66}" destId="{3C92592E-333F-44C3-AA79-7113DF3D6906}" srcOrd="4" destOrd="0" presId="urn:microsoft.com/office/officeart/2016/7/layout/HorizontalActionList"/>
    <dgm:cxn modelId="{0F0044DC-B103-4B65-892E-88E17DB5AA4E}" type="presParOf" srcId="{3C92592E-333F-44C3-AA79-7113DF3D6906}" destId="{B2D0B40A-3DEB-4A33-B626-7BBAB7F85FE7}" srcOrd="0" destOrd="0" presId="urn:microsoft.com/office/officeart/2016/7/layout/HorizontalActionList"/>
    <dgm:cxn modelId="{DFED749C-BAF8-492A-875D-5F5EA8E860D0}" type="presParOf" srcId="{3C92592E-333F-44C3-AA79-7113DF3D6906}" destId="{8D942794-D3B8-45A9-9DE5-04A2DF80C212}" srcOrd="1" destOrd="0" presId="urn:microsoft.com/office/officeart/2016/7/layout/HorizontalAction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A2FF3A-6318-45C8-BDB9-93F778A51B2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7DFCE19-CEDB-4B24-8D6B-2CD93795DFFB}">
      <dgm:prSet/>
      <dgm:spPr/>
      <dgm:t>
        <a:bodyPr/>
        <a:lstStyle/>
        <a:p>
          <a:r>
            <a:rPr lang="de-DE"/>
            <a:t>Gute Teamarbeit </a:t>
          </a:r>
          <a:endParaRPr lang="en-US"/>
        </a:p>
      </dgm:t>
    </dgm:pt>
    <dgm:pt modelId="{7B9E09B8-AFEC-4F03-AAD7-9D8A2E133188}" type="parTrans" cxnId="{704B556F-A694-4C3E-A3C3-175087472FFB}">
      <dgm:prSet/>
      <dgm:spPr/>
      <dgm:t>
        <a:bodyPr/>
        <a:lstStyle/>
        <a:p>
          <a:endParaRPr lang="en-US"/>
        </a:p>
      </dgm:t>
    </dgm:pt>
    <dgm:pt modelId="{506D189D-526E-4222-846E-034D2566041A}" type="sibTrans" cxnId="{704B556F-A694-4C3E-A3C3-175087472FFB}">
      <dgm:prSet/>
      <dgm:spPr/>
      <dgm:t>
        <a:bodyPr/>
        <a:lstStyle/>
        <a:p>
          <a:endParaRPr lang="en-US"/>
        </a:p>
      </dgm:t>
    </dgm:pt>
    <dgm:pt modelId="{D6709EDA-CFAD-4EFD-9DDD-6B6FA7E1E419}">
      <dgm:prSet/>
      <dgm:spPr/>
      <dgm:t>
        <a:bodyPr/>
        <a:lstStyle/>
        <a:p>
          <a:r>
            <a:rPr lang="de-DE"/>
            <a:t>Klare Struktur (OOP) </a:t>
          </a:r>
          <a:endParaRPr lang="en-US"/>
        </a:p>
      </dgm:t>
    </dgm:pt>
    <dgm:pt modelId="{D92B3EE2-A172-496D-A8B1-85F825C06186}" type="parTrans" cxnId="{5E08EDF4-F38D-439B-837B-B88E82D3ABE3}">
      <dgm:prSet/>
      <dgm:spPr/>
      <dgm:t>
        <a:bodyPr/>
        <a:lstStyle/>
        <a:p>
          <a:endParaRPr lang="en-US"/>
        </a:p>
      </dgm:t>
    </dgm:pt>
    <dgm:pt modelId="{52497EEF-CAA9-45C2-97E9-BBAB9DDF3883}" type="sibTrans" cxnId="{5E08EDF4-F38D-439B-837B-B88E82D3ABE3}">
      <dgm:prSet/>
      <dgm:spPr/>
      <dgm:t>
        <a:bodyPr/>
        <a:lstStyle/>
        <a:p>
          <a:endParaRPr lang="en-US"/>
        </a:p>
      </dgm:t>
    </dgm:pt>
    <dgm:pt modelId="{957A339A-AEA9-4885-B19A-EF04D0CC4A84}">
      <dgm:prSet/>
      <dgm:spPr/>
      <dgm:t>
        <a:bodyPr/>
        <a:lstStyle/>
        <a:p>
          <a:r>
            <a:rPr lang="de-DE"/>
            <a:t>Herausforderungen bei Logik </a:t>
          </a:r>
          <a:endParaRPr lang="en-US"/>
        </a:p>
      </dgm:t>
    </dgm:pt>
    <dgm:pt modelId="{3A67A5E9-E066-4C29-9136-CD43F46C5F4C}" type="parTrans" cxnId="{26539EF7-7508-49EC-9F53-E823E244555C}">
      <dgm:prSet/>
      <dgm:spPr/>
      <dgm:t>
        <a:bodyPr/>
        <a:lstStyle/>
        <a:p>
          <a:endParaRPr lang="en-US"/>
        </a:p>
      </dgm:t>
    </dgm:pt>
    <dgm:pt modelId="{3CC048A8-E177-474A-B3B4-5BA678C822BB}" type="sibTrans" cxnId="{26539EF7-7508-49EC-9F53-E823E244555C}">
      <dgm:prSet/>
      <dgm:spPr/>
      <dgm:t>
        <a:bodyPr/>
        <a:lstStyle/>
        <a:p>
          <a:endParaRPr lang="en-US"/>
        </a:p>
      </dgm:t>
    </dgm:pt>
    <dgm:pt modelId="{31B9EC61-A685-4060-B999-F573ACFAAB8E}">
      <dgm:prSet/>
      <dgm:spPr/>
      <dgm:t>
        <a:bodyPr/>
        <a:lstStyle/>
        <a:p>
          <a:r>
            <a:rPr lang="de-DE"/>
            <a:t>Git &amp; Commits verbesserbar </a:t>
          </a:r>
          <a:endParaRPr lang="en-US"/>
        </a:p>
      </dgm:t>
    </dgm:pt>
    <dgm:pt modelId="{9436E7FB-6858-444D-A229-B11ACAA0879B}" type="parTrans" cxnId="{BF7934D9-9259-4C99-8B68-413DF9C03177}">
      <dgm:prSet/>
      <dgm:spPr/>
      <dgm:t>
        <a:bodyPr/>
        <a:lstStyle/>
        <a:p>
          <a:endParaRPr lang="en-US"/>
        </a:p>
      </dgm:t>
    </dgm:pt>
    <dgm:pt modelId="{CF6FEA09-4B49-412B-BDB7-060F6B8AD2B4}" type="sibTrans" cxnId="{BF7934D9-9259-4C99-8B68-413DF9C03177}">
      <dgm:prSet/>
      <dgm:spPr/>
      <dgm:t>
        <a:bodyPr/>
        <a:lstStyle/>
        <a:p>
          <a:endParaRPr lang="en-US"/>
        </a:p>
      </dgm:t>
    </dgm:pt>
    <dgm:pt modelId="{F7D90AAA-2B41-4E7A-91B5-18A3693270E6}">
      <dgm:prSet/>
      <dgm:spPr/>
      <dgm:t>
        <a:bodyPr/>
        <a:lstStyle/>
        <a:p>
          <a:r>
            <a:rPr lang="de-DE"/>
            <a:t>Wichtige Lernfortschritte in Java </a:t>
          </a:r>
          <a:endParaRPr lang="en-US"/>
        </a:p>
      </dgm:t>
    </dgm:pt>
    <dgm:pt modelId="{8AC71184-CF60-4549-B2DD-794221BA2A29}" type="parTrans" cxnId="{BA487791-EBDC-481E-B2CE-14921997F2CC}">
      <dgm:prSet/>
      <dgm:spPr/>
      <dgm:t>
        <a:bodyPr/>
        <a:lstStyle/>
        <a:p>
          <a:endParaRPr lang="en-US"/>
        </a:p>
      </dgm:t>
    </dgm:pt>
    <dgm:pt modelId="{0FC72505-AABD-44A0-978F-477EDC0BD0D9}" type="sibTrans" cxnId="{BA487791-EBDC-481E-B2CE-14921997F2CC}">
      <dgm:prSet/>
      <dgm:spPr/>
      <dgm:t>
        <a:bodyPr/>
        <a:lstStyle/>
        <a:p>
          <a:endParaRPr lang="en-US"/>
        </a:p>
      </dgm:t>
    </dgm:pt>
    <dgm:pt modelId="{1CE5E19F-6B83-403F-A166-5B73BF2168B8}" type="pres">
      <dgm:prSet presAssocID="{E4A2FF3A-6318-45C8-BDB9-93F778A51B24}" presName="root" presStyleCnt="0">
        <dgm:presLayoutVars>
          <dgm:dir/>
          <dgm:resizeHandles val="exact"/>
        </dgm:presLayoutVars>
      </dgm:prSet>
      <dgm:spPr/>
    </dgm:pt>
    <dgm:pt modelId="{64B69A78-41F0-4B1D-885B-5C43B093927B}" type="pres">
      <dgm:prSet presAssocID="{77DFCE19-CEDB-4B24-8D6B-2CD93795DFFB}" presName="compNode" presStyleCnt="0"/>
      <dgm:spPr/>
    </dgm:pt>
    <dgm:pt modelId="{C0166088-AC2C-474B-A0A4-9A5EC7D78B72}" type="pres">
      <dgm:prSet presAssocID="{77DFCE19-CEDB-4B24-8D6B-2CD93795DFF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pe"/>
        </a:ext>
      </dgm:extLst>
    </dgm:pt>
    <dgm:pt modelId="{87AC5370-A89E-4A7E-BB1F-F03175C05C9A}" type="pres">
      <dgm:prSet presAssocID="{77DFCE19-CEDB-4B24-8D6B-2CD93795DFFB}" presName="spaceRect" presStyleCnt="0"/>
      <dgm:spPr/>
    </dgm:pt>
    <dgm:pt modelId="{F876E1FE-7009-4B3A-B55F-00FEDE9D9EF8}" type="pres">
      <dgm:prSet presAssocID="{77DFCE19-CEDB-4B24-8D6B-2CD93795DFFB}" presName="textRect" presStyleLbl="revTx" presStyleIdx="0" presStyleCnt="5">
        <dgm:presLayoutVars>
          <dgm:chMax val="1"/>
          <dgm:chPref val="1"/>
        </dgm:presLayoutVars>
      </dgm:prSet>
      <dgm:spPr/>
    </dgm:pt>
    <dgm:pt modelId="{3CA98665-D31F-4860-B661-119DA2E32447}" type="pres">
      <dgm:prSet presAssocID="{506D189D-526E-4222-846E-034D2566041A}" presName="sibTrans" presStyleCnt="0"/>
      <dgm:spPr/>
    </dgm:pt>
    <dgm:pt modelId="{F89BE599-3513-473B-951C-8D8E7BC6EECC}" type="pres">
      <dgm:prSet presAssocID="{D6709EDA-CFAD-4EFD-9DDD-6B6FA7E1E419}" presName="compNode" presStyleCnt="0"/>
      <dgm:spPr/>
    </dgm:pt>
    <dgm:pt modelId="{8BF69AC6-6182-4930-8C02-DF0522E5B55E}" type="pres">
      <dgm:prSet presAssocID="{D6709EDA-CFAD-4EFD-9DDD-6B6FA7E1E41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EA91807B-1CFE-4E53-BE67-4D4EDE6DC7F8}" type="pres">
      <dgm:prSet presAssocID="{D6709EDA-CFAD-4EFD-9DDD-6B6FA7E1E419}" presName="spaceRect" presStyleCnt="0"/>
      <dgm:spPr/>
    </dgm:pt>
    <dgm:pt modelId="{47B9AB81-4176-4A0E-996C-29BD48C3E7E3}" type="pres">
      <dgm:prSet presAssocID="{D6709EDA-CFAD-4EFD-9DDD-6B6FA7E1E419}" presName="textRect" presStyleLbl="revTx" presStyleIdx="1" presStyleCnt="5">
        <dgm:presLayoutVars>
          <dgm:chMax val="1"/>
          <dgm:chPref val="1"/>
        </dgm:presLayoutVars>
      </dgm:prSet>
      <dgm:spPr/>
    </dgm:pt>
    <dgm:pt modelId="{F349658A-D908-4CCB-9C91-7136F4446D7E}" type="pres">
      <dgm:prSet presAssocID="{52497EEF-CAA9-45C2-97E9-BBAB9DDF3883}" presName="sibTrans" presStyleCnt="0"/>
      <dgm:spPr/>
    </dgm:pt>
    <dgm:pt modelId="{9FD341E2-865C-4EDD-ADAF-3734A706EC1C}" type="pres">
      <dgm:prSet presAssocID="{957A339A-AEA9-4885-B19A-EF04D0CC4A84}" presName="compNode" presStyleCnt="0"/>
      <dgm:spPr/>
    </dgm:pt>
    <dgm:pt modelId="{5123C009-F9CA-4484-BA76-85C196FB0655}" type="pres">
      <dgm:prSet presAssocID="{957A339A-AEA9-4885-B19A-EF04D0CC4A8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1490E2-EAFA-4A82-B0A7-C04FD616EA9E}" type="pres">
      <dgm:prSet presAssocID="{957A339A-AEA9-4885-B19A-EF04D0CC4A84}" presName="spaceRect" presStyleCnt="0"/>
      <dgm:spPr/>
    </dgm:pt>
    <dgm:pt modelId="{FA7A614B-BB5F-4F56-91A9-F011CD2ABB23}" type="pres">
      <dgm:prSet presAssocID="{957A339A-AEA9-4885-B19A-EF04D0CC4A84}" presName="textRect" presStyleLbl="revTx" presStyleIdx="2" presStyleCnt="5">
        <dgm:presLayoutVars>
          <dgm:chMax val="1"/>
          <dgm:chPref val="1"/>
        </dgm:presLayoutVars>
      </dgm:prSet>
      <dgm:spPr/>
    </dgm:pt>
    <dgm:pt modelId="{FE4E1B56-650B-4019-99A6-7660447F66B2}" type="pres">
      <dgm:prSet presAssocID="{3CC048A8-E177-474A-B3B4-5BA678C822BB}" presName="sibTrans" presStyleCnt="0"/>
      <dgm:spPr/>
    </dgm:pt>
    <dgm:pt modelId="{76AB7941-401F-4E7F-A1D2-F3855A8AC546}" type="pres">
      <dgm:prSet presAssocID="{31B9EC61-A685-4060-B999-F573ACFAAB8E}" presName="compNode" presStyleCnt="0"/>
      <dgm:spPr/>
    </dgm:pt>
    <dgm:pt modelId="{EF93472C-7F3C-41B2-A098-5EECFDD11B41}" type="pres">
      <dgm:prSet presAssocID="{31B9EC61-A685-4060-B999-F573ACFAAB8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DF535031-16AD-446D-B732-F5E916C0CA66}" type="pres">
      <dgm:prSet presAssocID="{31B9EC61-A685-4060-B999-F573ACFAAB8E}" presName="spaceRect" presStyleCnt="0"/>
      <dgm:spPr/>
    </dgm:pt>
    <dgm:pt modelId="{CED3643D-F2F8-4617-9999-5B945CC032DA}" type="pres">
      <dgm:prSet presAssocID="{31B9EC61-A685-4060-B999-F573ACFAAB8E}" presName="textRect" presStyleLbl="revTx" presStyleIdx="3" presStyleCnt="5">
        <dgm:presLayoutVars>
          <dgm:chMax val="1"/>
          <dgm:chPref val="1"/>
        </dgm:presLayoutVars>
      </dgm:prSet>
      <dgm:spPr/>
    </dgm:pt>
    <dgm:pt modelId="{FA2DC42E-655D-478F-B2E1-D7D370CE2AE2}" type="pres">
      <dgm:prSet presAssocID="{CF6FEA09-4B49-412B-BDB7-060F6B8AD2B4}" presName="sibTrans" presStyleCnt="0"/>
      <dgm:spPr/>
    </dgm:pt>
    <dgm:pt modelId="{28803DA3-7003-4B2F-8AEE-8E10E5B738EA}" type="pres">
      <dgm:prSet presAssocID="{F7D90AAA-2B41-4E7A-91B5-18A3693270E6}" presName="compNode" presStyleCnt="0"/>
      <dgm:spPr/>
    </dgm:pt>
    <dgm:pt modelId="{32277BF4-EC86-47CA-9686-6C6F27BB8D3B}" type="pres">
      <dgm:prSet presAssocID="{F7D90AAA-2B41-4E7A-91B5-18A3693270E6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öffnetes Buch mit einfarbiger Füllung"/>
        </a:ext>
      </dgm:extLst>
    </dgm:pt>
    <dgm:pt modelId="{3CADF1E5-9592-4DFF-8692-C649DD623715}" type="pres">
      <dgm:prSet presAssocID="{F7D90AAA-2B41-4E7A-91B5-18A3693270E6}" presName="spaceRect" presStyleCnt="0"/>
      <dgm:spPr/>
    </dgm:pt>
    <dgm:pt modelId="{07EB64D8-1791-415C-B328-481B13BD39EC}" type="pres">
      <dgm:prSet presAssocID="{F7D90AAA-2B41-4E7A-91B5-18A3693270E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53C9115-4685-47D5-B226-93654A89245D}" type="presOf" srcId="{D6709EDA-CFAD-4EFD-9DDD-6B6FA7E1E419}" destId="{47B9AB81-4176-4A0E-996C-29BD48C3E7E3}" srcOrd="0" destOrd="0" presId="urn:microsoft.com/office/officeart/2018/2/layout/IconLabelList"/>
    <dgm:cxn modelId="{BF8D7D1B-402D-49AA-9A4C-9A00754DDDE3}" type="presOf" srcId="{E4A2FF3A-6318-45C8-BDB9-93F778A51B24}" destId="{1CE5E19F-6B83-403F-A166-5B73BF2168B8}" srcOrd="0" destOrd="0" presId="urn:microsoft.com/office/officeart/2018/2/layout/IconLabelList"/>
    <dgm:cxn modelId="{E6683F6D-11C8-46C5-8803-1F84B7C5984B}" type="presOf" srcId="{31B9EC61-A685-4060-B999-F573ACFAAB8E}" destId="{CED3643D-F2F8-4617-9999-5B945CC032DA}" srcOrd="0" destOrd="0" presId="urn:microsoft.com/office/officeart/2018/2/layout/IconLabelList"/>
    <dgm:cxn modelId="{704B556F-A694-4C3E-A3C3-175087472FFB}" srcId="{E4A2FF3A-6318-45C8-BDB9-93F778A51B24}" destId="{77DFCE19-CEDB-4B24-8D6B-2CD93795DFFB}" srcOrd="0" destOrd="0" parTransId="{7B9E09B8-AFEC-4F03-AAD7-9D8A2E133188}" sibTransId="{506D189D-526E-4222-846E-034D2566041A}"/>
    <dgm:cxn modelId="{FB619C86-E413-43F4-866C-D972BF2079A9}" type="presOf" srcId="{77DFCE19-CEDB-4B24-8D6B-2CD93795DFFB}" destId="{F876E1FE-7009-4B3A-B55F-00FEDE9D9EF8}" srcOrd="0" destOrd="0" presId="urn:microsoft.com/office/officeart/2018/2/layout/IconLabelList"/>
    <dgm:cxn modelId="{BA487791-EBDC-481E-B2CE-14921997F2CC}" srcId="{E4A2FF3A-6318-45C8-BDB9-93F778A51B24}" destId="{F7D90AAA-2B41-4E7A-91B5-18A3693270E6}" srcOrd="4" destOrd="0" parTransId="{8AC71184-CF60-4549-B2DD-794221BA2A29}" sibTransId="{0FC72505-AABD-44A0-978F-477EDC0BD0D9}"/>
    <dgm:cxn modelId="{CBCE12CE-B4CC-4DD4-9DD0-8C5EBA07C7A6}" type="presOf" srcId="{F7D90AAA-2B41-4E7A-91B5-18A3693270E6}" destId="{07EB64D8-1791-415C-B328-481B13BD39EC}" srcOrd="0" destOrd="0" presId="urn:microsoft.com/office/officeart/2018/2/layout/IconLabelList"/>
    <dgm:cxn modelId="{BF7934D9-9259-4C99-8B68-413DF9C03177}" srcId="{E4A2FF3A-6318-45C8-BDB9-93F778A51B24}" destId="{31B9EC61-A685-4060-B999-F573ACFAAB8E}" srcOrd="3" destOrd="0" parTransId="{9436E7FB-6858-444D-A229-B11ACAA0879B}" sibTransId="{CF6FEA09-4B49-412B-BDB7-060F6B8AD2B4}"/>
    <dgm:cxn modelId="{950CC3E6-186E-48C9-8008-DC1A7E3F4F51}" type="presOf" srcId="{957A339A-AEA9-4885-B19A-EF04D0CC4A84}" destId="{FA7A614B-BB5F-4F56-91A9-F011CD2ABB23}" srcOrd="0" destOrd="0" presId="urn:microsoft.com/office/officeart/2018/2/layout/IconLabelList"/>
    <dgm:cxn modelId="{5E08EDF4-F38D-439B-837B-B88E82D3ABE3}" srcId="{E4A2FF3A-6318-45C8-BDB9-93F778A51B24}" destId="{D6709EDA-CFAD-4EFD-9DDD-6B6FA7E1E419}" srcOrd="1" destOrd="0" parTransId="{D92B3EE2-A172-496D-A8B1-85F825C06186}" sibTransId="{52497EEF-CAA9-45C2-97E9-BBAB9DDF3883}"/>
    <dgm:cxn modelId="{26539EF7-7508-49EC-9F53-E823E244555C}" srcId="{E4A2FF3A-6318-45C8-BDB9-93F778A51B24}" destId="{957A339A-AEA9-4885-B19A-EF04D0CC4A84}" srcOrd="2" destOrd="0" parTransId="{3A67A5E9-E066-4C29-9136-CD43F46C5F4C}" sibTransId="{3CC048A8-E177-474A-B3B4-5BA678C822BB}"/>
    <dgm:cxn modelId="{B2DED886-1F9B-43BA-93F5-13B0D6CAE118}" type="presParOf" srcId="{1CE5E19F-6B83-403F-A166-5B73BF2168B8}" destId="{64B69A78-41F0-4B1D-885B-5C43B093927B}" srcOrd="0" destOrd="0" presId="urn:microsoft.com/office/officeart/2018/2/layout/IconLabelList"/>
    <dgm:cxn modelId="{21A60C7C-AD94-4A13-AFD5-B8C4EA6D220C}" type="presParOf" srcId="{64B69A78-41F0-4B1D-885B-5C43B093927B}" destId="{C0166088-AC2C-474B-A0A4-9A5EC7D78B72}" srcOrd="0" destOrd="0" presId="urn:microsoft.com/office/officeart/2018/2/layout/IconLabelList"/>
    <dgm:cxn modelId="{6F91439B-5369-486A-ACE4-C814A6C2D78B}" type="presParOf" srcId="{64B69A78-41F0-4B1D-885B-5C43B093927B}" destId="{87AC5370-A89E-4A7E-BB1F-F03175C05C9A}" srcOrd="1" destOrd="0" presId="urn:microsoft.com/office/officeart/2018/2/layout/IconLabelList"/>
    <dgm:cxn modelId="{428E343C-A754-4B80-BE00-AD604D60015B}" type="presParOf" srcId="{64B69A78-41F0-4B1D-885B-5C43B093927B}" destId="{F876E1FE-7009-4B3A-B55F-00FEDE9D9EF8}" srcOrd="2" destOrd="0" presId="urn:microsoft.com/office/officeart/2018/2/layout/IconLabelList"/>
    <dgm:cxn modelId="{22C7BA70-187C-4EF3-B26A-415CCA567302}" type="presParOf" srcId="{1CE5E19F-6B83-403F-A166-5B73BF2168B8}" destId="{3CA98665-D31F-4860-B661-119DA2E32447}" srcOrd="1" destOrd="0" presId="urn:microsoft.com/office/officeart/2018/2/layout/IconLabelList"/>
    <dgm:cxn modelId="{550D9D5D-5F8B-4A7C-AF15-CB95B549F393}" type="presParOf" srcId="{1CE5E19F-6B83-403F-A166-5B73BF2168B8}" destId="{F89BE599-3513-473B-951C-8D8E7BC6EECC}" srcOrd="2" destOrd="0" presId="urn:microsoft.com/office/officeart/2018/2/layout/IconLabelList"/>
    <dgm:cxn modelId="{72D30EE6-CB6C-45C7-A1C0-43D14AD111F7}" type="presParOf" srcId="{F89BE599-3513-473B-951C-8D8E7BC6EECC}" destId="{8BF69AC6-6182-4930-8C02-DF0522E5B55E}" srcOrd="0" destOrd="0" presId="urn:microsoft.com/office/officeart/2018/2/layout/IconLabelList"/>
    <dgm:cxn modelId="{6753587A-54CF-4395-A175-A525F291DBD3}" type="presParOf" srcId="{F89BE599-3513-473B-951C-8D8E7BC6EECC}" destId="{EA91807B-1CFE-4E53-BE67-4D4EDE6DC7F8}" srcOrd="1" destOrd="0" presId="urn:microsoft.com/office/officeart/2018/2/layout/IconLabelList"/>
    <dgm:cxn modelId="{0510CB50-D03B-4406-91D6-B0B69EED87B5}" type="presParOf" srcId="{F89BE599-3513-473B-951C-8D8E7BC6EECC}" destId="{47B9AB81-4176-4A0E-996C-29BD48C3E7E3}" srcOrd="2" destOrd="0" presId="urn:microsoft.com/office/officeart/2018/2/layout/IconLabelList"/>
    <dgm:cxn modelId="{421DA8AC-8634-4A13-9708-0E9D85FF274B}" type="presParOf" srcId="{1CE5E19F-6B83-403F-A166-5B73BF2168B8}" destId="{F349658A-D908-4CCB-9C91-7136F4446D7E}" srcOrd="3" destOrd="0" presId="urn:microsoft.com/office/officeart/2018/2/layout/IconLabelList"/>
    <dgm:cxn modelId="{4F3D9A58-0EBA-47D5-859E-32ABD62E4978}" type="presParOf" srcId="{1CE5E19F-6B83-403F-A166-5B73BF2168B8}" destId="{9FD341E2-865C-4EDD-ADAF-3734A706EC1C}" srcOrd="4" destOrd="0" presId="urn:microsoft.com/office/officeart/2018/2/layout/IconLabelList"/>
    <dgm:cxn modelId="{FD15A468-5457-44F6-BC88-AE0EF3B59331}" type="presParOf" srcId="{9FD341E2-865C-4EDD-ADAF-3734A706EC1C}" destId="{5123C009-F9CA-4484-BA76-85C196FB0655}" srcOrd="0" destOrd="0" presId="urn:microsoft.com/office/officeart/2018/2/layout/IconLabelList"/>
    <dgm:cxn modelId="{9E7E1CF6-FA0D-4DB6-A9D7-3E70CF2D1735}" type="presParOf" srcId="{9FD341E2-865C-4EDD-ADAF-3734A706EC1C}" destId="{111490E2-EAFA-4A82-B0A7-C04FD616EA9E}" srcOrd="1" destOrd="0" presId="urn:microsoft.com/office/officeart/2018/2/layout/IconLabelList"/>
    <dgm:cxn modelId="{439FB922-259A-45DF-B2E7-D8442FDC36BE}" type="presParOf" srcId="{9FD341E2-865C-4EDD-ADAF-3734A706EC1C}" destId="{FA7A614B-BB5F-4F56-91A9-F011CD2ABB23}" srcOrd="2" destOrd="0" presId="urn:microsoft.com/office/officeart/2018/2/layout/IconLabelList"/>
    <dgm:cxn modelId="{87C7C9B7-7CB4-4E34-9808-E3B2B2638C3B}" type="presParOf" srcId="{1CE5E19F-6B83-403F-A166-5B73BF2168B8}" destId="{FE4E1B56-650B-4019-99A6-7660447F66B2}" srcOrd="5" destOrd="0" presId="urn:microsoft.com/office/officeart/2018/2/layout/IconLabelList"/>
    <dgm:cxn modelId="{18AA7D87-B5F2-4825-97FE-6F17DF10362B}" type="presParOf" srcId="{1CE5E19F-6B83-403F-A166-5B73BF2168B8}" destId="{76AB7941-401F-4E7F-A1D2-F3855A8AC546}" srcOrd="6" destOrd="0" presId="urn:microsoft.com/office/officeart/2018/2/layout/IconLabelList"/>
    <dgm:cxn modelId="{37DDBE8E-9E47-43EB-92A4-B4F7663E4411}" type="presParOf" srcId="{76AB7941-401F-4E7F-A1D2-F3855A8AC546}" destId="{EF93472C-7F3C-41B2-A098-5EECFDD11B41}" srcOrd="0" destOrd="0" presId="urn:microsoft.com/office/officeart/2018/2/layout/IconLabelList"/>
    <dgm:cxn modelId="{A70995BA-9337-43EB-A672-58D4E163371B}" type="presParOf" srcId="{76AB7941-401F-4E7F-A1D2-F3855A8AC546}" destId="{DF535031-16AD-446D-B732-F5E916C0CA66}" srcOrd="1" destOrd="0" presId="urn:microsoft.com/office/officeart/2018/2/layout/IconLabelList"/>
    <dgm:cxn modelId="{62A1ED88-1C5A-42EA-8469-F1CDFCE8E9A1}" type="presParOf" srcId="{76AB7941-401F-4E7F-A1D2-F3855A8AC546}" destId="{CED3643D-F2F8-4617-9999-5B945CC032DA}" srcOrd="2" destOrd="0" presId="urn:microsoft.com/office/officeart/2018/2/layout/IconLabelList"/>
    <dgm:cxn modelId="{8502A5E7-2E62-4BF9-A39D-645D1271D56C}" type="presParOf" srcId="{1CE5E19F-6B83-403F-A166-5B73BF2168B8}" destId="{FA2DC42E-655D-478F-B2E1-D7D370CE2AE2}" srcOrd="7" destOrd="0" presId="urn:microsoft.com/office/officeart/2018/2/layout/IconLabelList"/>
    <dgm:cxn modelId="{49A371F9-476E-4E6A-BAB6-2362DB3B343A}" type="presParOf" srcId="{1CE5E19F-6B83-403F-A166-5B73BF2168B8}" destId="{28803DA3-7003-4B2F-8AEE-8E10E5B738EA}" srcOrd="8" destOrd="0" presId="urn:microsoft.com/office/officeart/2018/2/layout/IconLabelList"/>
    <dgm:cxn modelId="{7FB4A6A5-C6B8-4B00-8795-403368CF05BD}" type="presParOf" srcId="{28803DA3-7003-4B2F-8AEE-8E10E5B738EA}" destId="{32277BF4-EC86-47CA-9686-6C6F27BB8D3B}" srcOrd="0" destOrd="0" presId="urn:microsoft.com/office/officeart/2018/2/layout/IconLabelList"/>
    <dgm:cxn modelId="{D5F7367B-8D74-499D-BCCC-E225CD8BED24}" type="presParOf" srcId="{28803DA3-7003-4B2F-8AEE-8E10E5B738EA}" destId="{3CADF1E5-9592-4DFF-8692-C649DD623715}" srcOrd="1" destOrd="0" presId="urn:microsoft.com/office/officeart/2018/2/layout/IconLabelList"/>
    <dgm:cxn modelId="{2BD6A6F4-8062-4C43-AE38-D5FA8B37558F}" type="presParOf" srcId="{28803DA3-7003-4B2F-8AEE-8E10E5B738EA}" destId="{07EB64D8-1791-415C-B328-481B13BD39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0E2DC-5103-441A-94AE-836D8D212D42}">
      <dsp:nvSpPr>
        <dsp:cNvPr id="0" name=""/>
        <dsp:cNvSpPr/>
      </dsp:nvSpPr>
      <dsp:spPr>
        <a:xfrm>
          <a:off x="10090" y="276702"/>
          <a:ext cx="3426543" cy="102796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Fidan</a:t>
          </a:r>
          <a:endParaRPr lang="en-US" sz="3400" kern="1200"/>
        </a:p>
      </dsp:txBody>
      <dsp:txXfrm>
        <a:off x="10090" y="276702"/>
        <a:ext cx="3426543" cy="1027963"/>
      </dsp:txXfrm>
    </dsp:sp>
    <dsp:sp modelId="{2DEC0064-7355-436A-9309-D8797DE89C8A}">
      <dsp:nvSpPr>
        <dsp:cNvPr id="0" name=""/>
        <dsp:cNvSpPr/>
      </dsp:nvSpPr>
      <dsp:spPr>
        <a:xfrm>
          <a:off x="10090" y="1304665"/>
          <a:ext cx="3426543" cy="276996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900" kern="1200"/>
            <a:t>Entwicklung der Product-Klasse</a:t>
          </a:r>
          <a:endParaRPr lang="en-US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900" kern="1200"/>
            <a:t>Mitarbeit an </a:t>
          </a:r>
          <a:r>
            <a:rPr lang="de-DE" sz="1900" kern="1200" err="1"/>
            <a:t>VendingMachine</a:t>
          </a:r>
          <a:endParaRPr lang="en-US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900" kern="1200"/>
            <a:t>Unterstützung bei Präsentation (PPT) und Dokumentation</a:t>
          </a:r>
          <a:endParaRPr lang="en-US" sz="1900" kern="1200"/>
        </a:p>
      </dsp:txBody>
      <dsp:txXfrm>
        <a:off x="10090" y="1304665"/>
        <a:ext cx="3426543" cy="2769969"/>
      </dsp:txXfrm>
    </dsp:sp>
    <dsp:sp modelId="{12AF599A-CBA5-4D91-9D3C-108070432EBB}">
      <dsp:nvSpPr>
        <dsp:cNvPr id="0" name=""/>
        <dsp:cNvSpPr/>
      </dsp:nvSpPr>
      <dsp:spPr>
        <a:xfrm>
          <a:off x="3544528" y="276702"/>
          <a:ext cx="3426543" cy="102796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Kaylee</a:t>
          </a:r>
          <a:endParaRPr lang="en-US" sz="3400" kern="1200"/>
        </a:p>
      </dsp:txBody>
      <dsp:txXfrm>
        <a:off x="3544528" y="276702"/>
        <a:ext cx="3426543" cy="1027963"/>
      </dsp:txXfrm>
    </dsp:sp>
    <dsp:sp modelId="{4286A62B-83F9-42D9-A714-D57EAA309471}">
      <dsp:nvSpPr>
        <dsp:cNvPr id="0" name=""/>
        <dsp:cNvSpPr/>
      </dsp:nvSpPr>
      <dsp:spPr>
        <a:xfrm>
          <a:off x="3544528" y="1304665"/>
          <a:ext cx="3426543" cy="276996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Entwicklung der Simulation-Klasse (UI / Ablauf)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bugfixes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Erstellung der Präsentation (PPT)</a:t>
          </a:r>
          <a:endParaRPr lang="en-US" sz="1900" kern="1200"/>
        </a:p>
      </dsp:txBody>
      <dsp:txXfrm>
        <a:off x="3544528" y="1304665"/>
        <a:ext cx="3426543" cy="2769969"/>
      </dsp:txXfrm>
    </dsp:sp>
    <dsp:sp modelId="{B2D0B40A-3DEB-4A33-B626-7BBAB7F85FE7}">
      <dsp:nvSpPr>
        <dsp:cNvPr id="0" name=""/>
        <dsp:cNvSpPr/>
      </dsp:nvSpPr>
      <dsp:spPr>
        <a:xfrm>
          <a:off x="7078966" y="276702"/>
          <a:ext cx="3426543" cy="102796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Dario</a:t>
          </a:r>
          <a:endParaRPr lang="en-US" sz="3400" kern="1200"/>
        </a:p>
      </dsp:txBody>
      <dsp:txXfrm>
        <a:off x="7078966" y="276702"/>
        <a:ext cx="3426543" cy="1027963"/>
      </dsp:txXfrm>
    </dsp:sp>
    <dsp:sp modelId="{8D942794-D3B8-45A9-9DE5-04A2DF80C212}">
      <dsp:nvSpPr>
        <dsp:cNvPr id="0" name=""/>
        <dsp:cNvSpPr/>
      </dsp:nvSpPr>
      <dsp:spPr>
        <a:xfrm>
          <a:off x="7078966" y="1304665"/>
          <a:ext cx="3426543" cy="276996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Entwicklung der VendingMachine (Core-Logik)</a:t>
          </a:r>
          <a:endParaRPr lang="en-US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Erstellung der Dokumentation</a:t>
          </a:r>
          <a:endParaRPr lang="en-US" sz="1900" kern="1200"/>
        </a:p>
      </dsp:txBody>
      <dsp:txXfrm>
        <a:off x="7078966" y="1304665"/>
        <a:ext cx="3426543" cy="2769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66088-AC2C-474B-A0A4-9A5EC7D78B72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76E1FE-7009-4B3A-B55F-00FEDE9D9EF8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Gute Teamarbeit </a:t>
          </a:r>
          <a:endParaRPr lang="en-US" sz="1600" kern="1200"/>
        </a:p>
      </dsp:txBody>
      <dsp:txXfrm>
        <a:off x="333914" y="2276522"/>
        <a:ext cx="1800000" cy="720000"/>
      </dsp:txXfrm>
    </dsp:sp>
    <dsp:sp modelId="{8BF69AC6-6182-4930-8C02-DF0522E5B55E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9AB81-4176-4A0E-996C-29BD48C3E7E3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Klare Struktur (OOP) </a:t>
          </a:r>
          <a:endParaRPr lang="en-US" sz="1600" kern="1200"/>
        </a:p>
      </dsp:txBody>
      <dsp:txXfrm>
        <a:off x="2448914" y="2276522"/>
        <a:ext cx="1800000" cy="720000"/>
      </dsp:txXfrm>
    </dsp:sp>
    <dsp:sp modelId="{5123C009-F9CA-4484-BA76-85C196FB0655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A614B-BB5F-4F56-91A9-F011CD2ABB23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Herausforderungen bei Logik </a:t>
          </a:r>
          <a:endParaRPr lang="en-US" sz="1600" kern="1200"/>
        </a:p>
      </dsp:txBody>
      <dsp:txXfrm>
        <a:off x="4563914" y="2276522"/>
        <a:ext cx="1800000" cy="720000"/>
      </dsp:txXfrm>
    </dsp:sp>
    <dsp:sp modelId="{EF93472C-7F3C-41B2-A098-5EECFDD11B41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3643D-F2F8-4617-9999-5B945CC032DA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Git &amp; Commits verbesserbar </a:t>
          </a:r>
          <a:endParaRPr lang="en-US" sz="1600" kern="1200"/>
        </a:p>
      </dsp:txBody>
      <dsp:txXfrm>
        <a:off x="6678914" y="2276522"/>
        <a:ext cx="1800000" cy="720000"/>
      </dsp:txXfrm>
    </dsp:sp>
    <dsp:sp modelId="{32277BF4-EC86-47CA-9686-6C6F27BB8D3B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B64D8-1791-415C-B328-481B13BD39EC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Wichtige Lernfortschritte in Java </a:t>
          </a:r>
          <a:endParaRPr lang="en-US" sz="1600" kern="1200"/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46AD7-3E28-DA20-76BC-F9733D18B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AB3EBB-1068-0820-5379-7EBC63342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DC9CD-CD28-F97A-4BB3-5A5C3791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B2C6EA-3A25-0512-6908-1A201972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5AA5C1-454C-9D92-4E77-D3643758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5015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6A817A-69FD-0E4B-57A4-C9262476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297EB5-776C-5089-C281-ECF626E1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E1C6F7-DB79-F9D1-8D1B-F11A1075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D5A336-87F6-4834-A9DB-F607FA61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A6DE03-F980-331E-8841-B0F1937D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6199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4F0DE-F73C-9070-DAC7-C13FA4DDC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E8916A-E484-A4F8-C2D0-F8B78E456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4C4E6B-7F99-526E-9BDE-9CEC22ED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67E145-0C33-9997-C7BD-081FAB68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EB07CD-0DD3-6A53-2568-A981C6F5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130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89422-451A-B559-4D21-025B1A60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D6257A-B3E6-A48B-1E43-F7F1E90FC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410565-C7B2-485E-5289-BB74E307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366F9C-FCC0-DA06-97DB-DD4B319D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CE8C0E-547A-C9D3-59FF-E72023A0B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1FEA01-6615-7E1B-91CE-DFD42423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909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AAE9B-BF2F-3A4E-7438-99AEF6DD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5104A4-C643-DEC2-A169-D436C4D24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099866-6FE4-E691-CC77-4E2AF9968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4EF390-D6BF-FEF4-422D-362E7C227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9CC633E-4D68-2D9B-4EDB-D27D2C919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BA5E0C-0CA3-054F-ECE4-6D3449A0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91F6B9-301B-66C4-4E98-EBC9C89B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1D38DDA-AE86-B7AE-C69C-17B58F89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155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7D628-A3B0-769A-9A1A-5E61EA9E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2EB0B6-FD46-55F5-53BD-9638181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75D94A-9213-7474-52DB-259DEF8D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1941-5AF5-6614-ECA2-FCA7DCB1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42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1F33E7-0C19-6E9E-0363-848562E8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3AE8D1-3A60-B608-47CE-5A231781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4FBCEB-7961-DDC2-3C93-C2636530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066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1EA73-443D-0FA0-7136-CCDF6E3E2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C45725-4C3B-D74D-4227-247778FC0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EFC0D6-CE55-BC28-27E1-114F078F7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A8E262-F0AF-7100-A15B-D7FC82F4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64E6CE-7415-C73E-AABF-20BE72BE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D786A4-BA81-57AE-C2FC-DD015674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7347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CA457-D9E8-8F07-03AD-68B84689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538ABA5-91A7-06F3-4A8E-6DD6146F0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8AB5A2-61A8-D10A-83B0-B1BCFE8A1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E1DDE6-329E-7986-D537-02619D8F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EB32F3-2154-70DB-BCBE-653DEE85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695CC0-0629-5351-0DDD-2D032F2F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5343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3FA449-BBA1-C576-BC68-5ADA4B51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333367-3CC4-31EF-C355-E94EE7C3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00996F-D75F-E421-89AC-F8A6AF7F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481E69-30E0-890F-AD21-8CF82375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2B3C9D-7BA1-95C6-E556-9347102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0954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1CB8BD-F900-85ED-E401-425A4F588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C82132-D310-F7D6-9E35-F22D3B633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F2D7C1-D4AD-37EB-59CA-8FF0AA2A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A01EAE-4DBF-9FD1-62BD-C0C9B9DD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B21DF0-1E5B-16F8-5B64-D5C91C10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01203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B693CA1-D801-BA80-5A8D-936815DE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CF150D-73D5-AC45-FAD2-66B3BACB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2C8C17-3D4B-A192-A5D4-E4D79B6FF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DCD7F-7F16-4896-A401-D48E2F097B6C}" type="datetimeFigureOut">
              <a:rPr lang="en-CH" smtClean="0"/>
              <a:t>17.04.2026</a:t>
            </a:fld>
            <a:endParaRPr lang="en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DEBDF6-B96D-B306-349F-37D5489CA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6E423C-5AEB-2143-3804-ACB70F8EC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0710F-5B78-4804-B346-A95E4E86FE77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353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8C3B6C-4C29-6788-E2C9-CBCC8FF23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CH" sz="4800" noProof="0">
                <a:solidFill>
                  <a:srgbClr val="FFFFFF"/>
                </a:solidFill>
              </a:rPr>
              <a:t>Java Snackautomat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BF2F9D-4F35-5926-59C1-EE9B46875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Kaylee, Dario, Fidan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7106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49B095-A182-B806-B843-ABF3A955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 noProof="0">
                <a:solidFill>
                  <a:srgbClr val="FFFFFF"/>
                </a:solidFill>
              </a:rPr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45B127-0B2A-EFD1-23D1-66761C76A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86" y="2306549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3200"/>
              <a:t>Projektüberblick </a:t>
            </a:r>
            <a:endParaRPr lang="de-CH" sz="3200" noProof="0"/>
          </a:p>
          <a:p>
            <a:r>
              <a:rPr lang="de-CH" sz="3200" noProof="0"/>
              <a:t>Arbeitsaufteilung</a:t>
            </a:r>
          </a:p>
          <a:p>
            <a:r>
              <a:rPr lang="de-CH" sz="3200"/>
              <a:t>Reflexion</a:t>
            </a:r>
            <a:endParaRPr lang="de-CH" sz="3200" noProof="0"/>
          </a:p>
          <a:p>
            <a:r>
              <a:rPr lang="de-CH" sz="3200" noProof="0"/>
              <a:t>Einblick in Sourcecode</a:t>
            </a:r>
          </a:p>
          <a:p>
            <a:r>
              <a:rPr lang="de-CH" sz="3200" noProof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9172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5648E9-4B49-C026-F871-1C784888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Projektübersicht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BEEB71-203C-E627-12C3-93172654E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926" y="2545341"/>
            <a:ext cx="9724031" cy="3683358"/>
          </a:xfrm>
        </p:spPr>
        <p:txBody>
          <a:bodyPr anchor="ctr">
            <a:noAutofit/>
          </a:bodyPr>
          <a:lstStyle/>
          <a:p>
            <a:r>
              <a:rPr lang="de-CH"/>
              <a:t>Snackautomat Simulation (Java)</a:t>
            </a:r>
          </a:p>
          <a:p>
            <a:r>
              <a:rPr lang="de-CH"/>
              <a:t>Kaufprozess (Geld → Auswahl → Ausgabe → Rückgeld)</a:t>
            </a:r>
          </a:p>
          <a:p>
            <a:r>
              <a:rPr lang="de-CH"/>
              <a:t>Produkte mit Code, Preis, Lagerbestand</a:t>
            </a:r>
          </a:p>
          <a:p>
            <a:r>
              <a:rPr lang="de-CH"/>
              <a:t>Wartungsmodus (Secret Key)</a:t>
            </a:r>
          </a:p>
          <a:p>
            <a:r>
              <a:rPr lang="de-CH"/>
              <a:t>Funktionen: Auffüllen, Ersetzen, Preis ändern</a:t>
            </a:r>
          </a:p>
          <a:p>
            <a:r>
              <a:rPr lang="de-CH"/>
              <a:t>Fehlerfälle berücksichtigt (zu wenig Geld, ausverkauft)</a:t>
            </a:r>
          </a:p>
          <a:p>
            <a:r>
              <a:rPr lang="de-CH"/>
              <a:t>Trennung von Logik und Benutzeroberfläche (OOP)</a:t>
            </a:r>
          </a:p>
          <a:p>
            <a:r>
              <a:rPr lang="de-CH"/>
              <a:t>Umsetzung im Team (GitHub, </a:t>
            </a:r>
            <a:r>
              <a:rPr lang="de-CH" err="1"/>
              <a:t>Commits</a:t>
            </a:r>
            <a:r>
              <a:rPr lang="de-CH"/>
              <a:t>)</a:t>
            </a:r>
          </a:p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86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729F57-E1C9-6BC6-175E-37772013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Arbeitsaufteilung</a:t>
            </a:r>
          </a:p>
        </p:txBody>
      </p:sp>
      <p:graphicFrame>
        <p:nvGraphicFramePr>
          <p:cNvPr id="15" name="Inhaltsplatzhalter 2">
            <a:extLst>
              <a:ext uri="{FF2B5EF4-FFF2-40B4-BE49-F238E27FC236}">
                <a16:creationId xmlns:a16="http://schemas.microsoft.com/office/drawing/2014/main" id="{9ABDF15C-9C68-E5DA-40F7-6941B2FFC2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988816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759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9BF163-100B-F55E-1527-9DBF388D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Reflexion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1F9DEBC5-F34F-38AE-5E13-4D9AE8471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43914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411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D5495E-B363-49C5-4EBF-B5455124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Einblick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Sourcecode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Grafik 3" descr="The provided text is a snippet of Java code that defines a method for selecting a product by its code, checking stock availability, deducting the price from a variable, and returning the product if the conditions are met.&#10;&#10;KI-generierte Inhalte können fehlerhaft sein.">
            <a:extLst>
              <a:ext uri="{FF2B5EF4-FFF2-40B4-BE49-F238E27FC236}">
                <a16:creationId xmlns:a16="http://schemas.microsoft.com/office/drawing/2014/main" id="{44928216-8D4A-7F3B-CC43-270F2856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5" y="2461080"/>
            <a:ext cx="9694606" cy="32733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272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3C430C5-8043-4273-CF67-EC9A88B93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CH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60D35BFA-D873-C245-722D-E45A2C43C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de-CH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98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CF840D5-B69E-2F38-9B2B-F76F7B4D2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CH" sz="4800">
                <a:solidFill>
                  <a:srgbClr val="FFFFFF"/>
                </a:solidFill>
              </a:rPr>
              <a:t>Danke für eure Aufmerksamkeit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6D3619E-E64E-ED28-BA88-9EDAC89F3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758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B1256F8A60DCA4E82C1A51F6CCCD0E2" ma:contentTypeVersion="10" ma:contentTypeDescription="Ein neues Dokument erstellen." ma:contentTypeScope="" ma:versionID="8985141b26027e252a264e16d0cdd190">
  <xsd:schema xmlns:xsd="http://www.w3.org/2001/XMLSchema" xmlns:xs="http://www.w3.org/2001/XMLSchema" xmlns:p="http://schemas.microsoft.com/office/2006/metadata/properties" xmlns:ns3="11fb09bc-1672-4785-adc5-024c2b626b25" targetNamespace="http://schemas.microsoft.com/office/2006/metadata/properties" ma:root="true" ma:fieldsID="a2bb5a485379f4f065c555eaafb038f0" ns3:_="">
    <xsd:import namespace="11fb09bc-1672-4785-adc5-024c2b626b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fb09bc-1672-4785-adc5-024c2b626b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fb09bc-1672-4785-adc5-024c2b626b25" xsi:nil="true"/>
  </documentManagement>
</p:properties>
</file>

<file path=customXml/itemProps1.xml><?xml version="1.0" encoding="utf-8"?>
<ds:datastoreItem xmlns:ds="http://schemas.openxmlformats.org/officeDocument/2006/customXml" ds:itemID="{BBB7E542-1CE1-4BBD-B915-7BC9DF1D66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6DCCA9-9F6B-4FF6-81FB-A24C00E4AB4B}">
  <ds:schemaRefs>
    <ds:schemaRef ds:uri="11fb09bc-1672-4785-adc5-024c2b626b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02DBD41-D30A-4A54-A700-53AE1D082027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11fb09bc-1672-4785-adc5-024c2b626b25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145</Words>
  <Application>Microsoft Office PowerPoint</Application>
  <PresentationFormat>Breitbild</PresentationFormat>
  <Paragraphs>38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Java Snackautomat</vt:lpstr>
      <vt:lpstr>Inhaltsverzeichnis</vt:lpstr>
      <vt:lpstr>Projektübersicht</vt:lpstr>
      <vt:lpstr>Arbeitsaufteilung</vt:lpstr>
      <vt:lpstr>Reflexion</vt:lpstr>
      <vt:lpstr>Einblick in Sourcecode</vt:lpstr>
      <vt:lpstr>Demo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Kaylee Osagie</dc:creator>
  <cp:lastModifiedBy>Kaylee Osagie</cp:lastModifiedBy>
  <cp:revision>1</cp:revision>
  <dcterms:created xsi:type="dcterms:W3CDTF">2026-04-16T06:49:17Z</dcterms:created>
  <dcterms:modified xsi:type="dcterms:W3CDTF">2026-04-17T07:18:12Z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0x010100BB1256F8A60DCA4E82C1A51F6CCCD0E2</vt:lpwstr>
  </property>
</Properties>
</file>